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Arial Bold Italics" panose="020B0604020202020204" charset="0"/>
      <p:regular r:id="rId20"/>
    </p:embeddedFont>
    <p:embeddedFont>
      <p:font typeface="Calibri (MS)" panose="020B0604020202020204" charset="0"/>
      <p:regular r:id="rId21"/>
    </p:embeddedFont>
    <p:embeddedFont>
      <p:font typeface="Cambria Math" panose="02040503050406030204" pitchFamily="18" charset="0"/>
      <p:regular r:id="rId22"/>
    </p:embeddedFont>
    <p:embeddedFont>
      <p:font typeface="Courier New Bold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 SURESH" userId="b40d3512e2de8a5f" providerId="LiveId" clId="{FD66F165-F222-44DF-B6EF-B9E183396089}"/>
    <pc:docChg chg="custSel modSld">
      <pc:chgData name="SONA SURESH" userId="b40d3512e2de8a5f" providerId="LiveId" clId="{FD66F165-F222-44DF-B6EF-B9E183396089}" dt="2026-02-16T09:38:30.902" v="164" actId="1076"/>
      <pc:docMkLst>
        <pc:docMk/>
      </pc:docMkLst>
      <pc:sldChg chg="modSp mod">
        <pc:chgData name="SONA SURESH" userId="b40d3512e2de8a5f" providerId="LiveId" clId="{FD66F165-F222-44DF-B6EF-B9E183396089}" dt="2026-02-16T08:54:00.156" v="137" actId="1076"/>
        <pc:sldMkLst>
          <pc:docMk/>
          <pc:sldMk cId="0" sldId="257"/>
        </pc:sldMkLst>
        <pc:spChg chg="mod">
          <ac:chgData name="SONA SURESH" userId="b40d3512e2de8a5f" providerId="LiveId" clId="{FD66F165-F222-44DF-B6EF-B9E183396089}" dt="2026-02-16T08:54:00.156" v="137" actId="1076"/>
          <ac:spMkLst>
            <pc:docMk/>
            <pc:sldMk cId="0" sldId="257"/>
            <ac:spMk id="9" creationId="{0443CDB4-3392-60EC-662C-5189502BD96E}"/>
          </ac:spMkLst>
        </pc:spChg>
      </pc:sldChg>
      <pc:sldChg chg="modSp mod">
        <pc:chgData name="SONA SURESH" userId="b40d3512e2de8a5f" providerId="LiveId" clId="{FD66F165-F222-44DF-B6EF-B9E183396089}" dt="2026-02-16T08:34:33.694" v="10" actId="255"/>
        <pc:sldMkLst>
          <pc:docMk/>
          <pc:sldMk cId="0" sldId="258"/>
        </pc:sldMkLst>
        <pc:spChg chg="mod">
          <ac:chgData name="SONA SURESH" userId="b40d3512e2de8a5f" providerId="LiveId" clId="{FD66F165-F222-44DF-B6EF-B9E183396089}" dt="2026-02-16T08:34:22.015" v="9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34:33.694" v="10" actId="255"/>
          <ac:spMkLst>
            <pc:docMk/>
            <pc:sldMk cId="0" sldId="258"/>
            <ac:spMk id="6" creationId="{78F2BE27-3E68-1E9B-BACE-AE777DEAE5D3}"/>
          </ac:spMkLst>
        </pc:spChg>
      </pc:sldChg>
      <pc:sldChg chg="modSp mod">
        <pc:chgData name="SONA SURESH" userId="b40d3512e2de8a5f" providerId="LiveId" clId="{FD66F165-F222-44DF-B6EF-B9E183396089}" dt="2026-02-16T08:35:20.228" v="17" actId="207"/>
        <pc:sldMkLst>
          <pc:docMk/>
          <pc:sldMk cId="0" sldId="259"/>
        </pc:sldMkLst>
        <pc:spChg chg="mod">
          <ac:chgData name="SONA SURESH" userId="b40d3512e2de8a5f" providerId="LiveId" clId="{FD66F165-F222-44DF-B6EF-B9E183396089}" dt="2026-02-16T08:35:07.065" v="15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35:20.228" v="17" actId="20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SONA SURESH" userId="b40d3512e2de8a5f" providerId="LiveId" clId="{FD66F165-F222-44DF-B6EF-B9E183396089}" dt="2026-02-16T08:36:24.283" v="28" actId="20577"/>
        <pc:sldMkLst>
          <pc:docMk/>
          <pc:sldMk cId="0" sldId="260"/>
        </pc:sldMkLst>
        <pc:spChg chg="mod">
          <ac:chgData name="SONA SURESH" userId="b40d3512e2de8a5f" providerId="LiveId" clId="{FD66F165-F222-44DF-B6EF-B9E183396089}" dt="2026-02-16T08:35:43.556" v="22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36:24.283" v="28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SONA SURESH" userId="b40d3512e2de8a5f" providerId="LiveId" clId="{FD66F165-F222-44DF-B6EF-B9E183396089}" dt="2026-02-16T08:52:24.465" v="134" actId="2"/>
        <pc:sldMkLst>
          <pc:docMk/>
          <pc:sldMk cId="0" sldId="261"/>
        </pc:sldMkLst>
        <pc:spChg chg="mod">
          <ac:chgData name="SONA SURESH" userId="b40d3512e2de8a5f" providerId="LiveId" clId="{FD66F165-F222-44DF-B6EF-B9E183396089}" dt="2026-02-16T08:36:57" v="36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52:24.465" v="134" actId="2"/>
          <ac:spMkLst>
            <pc:docMk/>
            <pc:sldMk cId="0" sldId="261"/>
            <ac:spMk id="5" creationId="{F24292D0-C4CE-9FFA-E0AA-CEE1F5DA3A6B}"/>
          </ac:spMkLst>
        </pc:spChg>
      </pc:sldChg>
      <pc:sldChg chg="modSp mod">
        <pc:chgData name="SONA SURESH" userId="b40d3512e2de8a5f" providerId="LiveId" clId="{FD66F165-F222-44DF-B6EF-B9E183396089}" dt="2026-02-16T08:37:47.721" v="47" actId="255"/>
        <pc:sldMkLst>
          <pc:docMk/>
          <pc:sldMk cId="0" sldId="262"/>
        </pc:sldMkLst>
        <pc:spChg chg="mod">
          <ac:chgData name="SONA SURESH" userId="b40d3512e2de8a5f" providerId="LiveId" clId="{FD66F165-F222-44DF-B6EF-B9E183396089}" dt="2026-02-16T08:37:34.903" v="44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37:47.721" v="47" actId="255"/>
          <ac:spMkLst>
            <pc:docMk/>
            <pc:sldMk cId="0" sldId="262"/>
            <ac:spMk id="14" creationId="{9160DBD3-02BC-A15B-EB42-CA725FAAFFF9}"/>
          </ac:spMkLst>
        </pc:spChg>
      </pc:sldChg>
      <pc:sldChg chg="modSp mod">
        <pc:chgData name="SONA SURESH" userId="b40d3512e2de8a5f" providerId="LiveId" clId="{FD66F165-F222-44DF-B6EF-B9E183396089}" dt="2026-02-16T08:38:40.091" v="55" actId="255"/>
        <pc:sldMkLst>
          <pc:docMk/>
          <pc:sldMk cId="0" sldId="263"/>
        </pc:sldMkLst>
        <pc:spChg chg="mod">
          <ac:chgData name="SONA SURESH" userId="b40d3512e2de8a5f" providerId="LiveId" clId="{FD66F165-F222-44DF-B6EF-B9E183396089}" dt="2026-02-16T08:38:10.348" v="52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38:40.091" v="55" actId="255"/>
          <ac:spMkLst>
            <pc:docMk/>
            <pc:sldMk cId="0" sldId="263"/>
            <ac:spMk id="6" creationId="{3A56EFDA-6B4B-62CB-C307-E143FAE4081D}"/>
          </ac:spMkLst>
        </pc:spChg>
      </pc:sldChg>
      <pc:sldChg chg="modSp mod">
        <pc:chgData name="SONA SURESH" userId="b40d3512e2de8a5f" providerId="LiveId" clId="{FD66F165-F222-44DF-B6EF-B9E183396089}" dt="2026-02-16T08:40:04.116" v="66" actId="113"/>
        <pc:sldMkLst>
          <pc:docMk/>
          <pc:sldMk cId="0" sldId="264"/>
        </pc:sldMkLst>
        <pc:spChg chg="mod">
          <ac:chgData name="SONA SURESH" userId="b40d3512e2de8a5f" providerId="LiveId" clId="{FD66F165-F222-44DF-B6EF-B9E183396089}" dt="2026-02-16T08:39:01.750" v="60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39:14.797" v="63" actId="255"/>
          <ac:spMkLst>
            <pc:docMk/>
            <pc:sldMk cId="0" sldId="264"/>
            <ac:spMk id="8" creationId="{E4EA940E-0AA4-F0E7-9057-38329648E0AB}"/>
          </ac:spMkLst>
        </pc:spChg>
        <pc:spChg chg="mod">
          <ac:chgData name="SONA SURESH" userId="b40d3512e2de8a5f" providerId="LiveId" clId="{FD66F165-F222-44DF-B6EF-B9E183396089}" dt="2026-02-16T08:40:04.116" v="66" actId="113"/>
          <ac:spMkLst>
            <pc:docMk/>
            <pc:sldMk cId="0" sldId="264"/>
            <ac:spMk id="10" creationId="{D08C623B-5611-FA3E-5523-B9D8938A61CD}"/>
          </ac:spMkLst>
        </pc:spChg>
      </pc:sldChg>
      <pc:sldChg chg="modSp mod">
        <pc:chgData name="SONA SURESH" userId="b40d3512e2de8a5f" providerId="LiveId" clId="{FD66F165-F222-44DF-B6EF-B9E183396089}" dt="2026-02-16T08:41:44.438" v="74" actId="2711"/>
        <pc:sldMkLst>
          <pc:docMk/>
          <pc:sldMk cId="0" sldId="265"/>
        </pc:sldMkLst>
        <pc:spChg chg="mod">
          <ac:chgData name="SONA SURESH" userId="b40d3512e2de8a5f" providerId="LiveId" clId="{FD66F165-F222-44DF-B6EF-B9E183396089}" dt="2026-02-16T08:41:31.126" v="72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41:44.438" v="74" actId="2711"/>
          <ac:spMkLst>
            <pc:docMk/>
            <pc:sldMk cId="0" sldId="265"/>
            <ac:spMk id="8" creationId="{5CF8BAD0-301F-D677-D813-7B6A591393A1}"/>
          </ac:spMkLst>
        </pc:spChg>
      </pc:sldChg>
      <pc:sldChg chg="modSp mod">
        <pc:chgData name="SONA SURESH" userId="b40d3512e2de8a5f" providerId="LiveId" clId="{FD66F165-F222-44DF-B6EF-B9E183396089}" dt="2026-02-16T08:43:29.234" v="86" actId="1076"/>
        <pc:sldMkLst>
          <pc:docMk/>
          <pc:sldMk cId="0" sldId="266"/>
        </pc:sldMkLst>
        <pc:spChg chg="mod">
          <ac:chgData name="SONA SURESH" userId="b40d3512e2de8a5f" providerId="LiveId" clId="{FD66F165-F222-44DF-B6EF-B9E183396089}" dt="2026-02-16T08:42:10.280" v="77" actId="255"/>
          <ac:spMkLst>
            <pc:docMk/>
            <pc:sldMk cId="0" sldId="266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43:29.234" v="86" actId="1076"/>
          <ac:spMkLst>
            <pc:docMk/>
            <pc:sldMk cId="0" sldId="266"/>
            <ac:spMk id="6" creationId="{C10A7FDF-756A-4E5A-9246-B2CA56C74186}"/>
          </ac:spMkLst>
        </pc:spChg>
        <pc:spChg chg="mod">
          <ac:chgData name="SONA SURESH" userId="b40d3512e2de8a5f" providerId="LiveId" clId="{FD66F165-F222-44DF-B6EF-B9E183396089}" dt="2026-02-16T08:43:21.222" v="85" actId="207"/>
          <ac:spMkLst>
            <pc:docMk/>
            <pc:sldMk cId="0" sldId="266"/>
            <ac:spMk id="7" creationId="{5C144A09-169A-3019-6998-EF685BC269CB}"/>
          </ac:spMkLst>
        </pc:spChg>
      </pc:sldChg>
      <pc:sldChg chg="modSp mod">
        <pc:chgData name="SONA SURESH" userId="b40d3512e2de8a5f" providerId="LiveId" clId="{FD66F165-F222-44DF-B6EF-B9E183396089}" dt="2026-02-16T08:44:00.721" v="92" actId="1076"/>
        <pc:sldMkLst>
          <pc:docMk/>
          <pc:sldMk cId="0" sldId="267"/>
        </pc:sldMkLst>
        <pc:spChg chg="mod">
          <ac:chgData name="SONA SURESH" userId="b40d3512e2de8a5f" providerId="LiveId" clId="{FD66F165-F222-44DF-B6EF-B9E183396089}" dt="2026-02-16T08:43:48.453" v="89" actId="255"/>
          <ac:spMkLst>
            <pc:docMk/>
            <pc:sldMk cId="0" sldId="267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44:00.721" v="92" actId="1076"/>
          <ac:spMkLst>
            <pc:docMk/>
            <pc:sldMk cId="0" sldId="267"/>
            <ac:spMk id="5" creationId="{5220617D-A8FF-51F8-44BC-32677723AB62}"/>
          </ac:spMkLst>
        </pc:spChg>
      </pc:sldChg>
      <pc:sldChg chg="modSp mod">
        <pc:chgData name="SONA SURESH" userId="b40d3512e2de8a5f" providerId="LiveId" clId="{FD66F165-F222-44DF-B6EF-B9E183396089}" dt="2026-02-16T08:52:25.440" v="135" actId="2"/>
        <pc:sldMkLst>
          <pc:docMk/>
          <pc:sldMk cId="0" sldId="268"/>
        </pc:sldMkLst>
        <pc:spChg chg="mod">
          <ac:chgData name="SONA SURESH" userId="b40d3512e2de8a5f" providerId="LiveId" clId="{FD66F165-F222-44DF-B6EF-B9E183396089}" dt="2026-02-16T08:44:19.646" v="95" actId="255"/>
          <ac:spMkLst>
            <pc:docMk/>
            <pc:sldMk cId="0" sldId="268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52:25.440" v="135" actId="2"/>
          <ac:spMkLst>
            <pc:docMk/>
            <pc:sldMk cId="0" sldId="268"/>
            <ac:spMk id="5" creationId="{5C219296-FF8B-136F-ED85-C669A89089B5}"/>
          </ac:spMkLst>
        </pc:spChg>
      </pc:sldChg>
      <pc:sldChg chg="addSp delSp modSp mod">
        <pc:chgData name="SONA SURESH" userId="b40d3512e2de8a5f" providerId="LiveId" clId="{FD66F165-F222-44DF-B6EF-B9E183396089}" dt="2026-02-16T09:38:30.902" v="164" actId="1076"/>
        <pc:sldMkLst>
          <pc:docMk/>
          <pc:sldMk cId="0" sldId="269"/>
        </pc:sldMkLst>
        <pc:spChg chg="mod">
          <ac:chgData name="SONA SURESH" userId="b40d3512e2de8a5f" providerId="LiveId" clId="{FD66F165-F222-44DF-B6EF-B9E183396089}" dt="2026-02-16T08:46:05.678" v="101" actId="255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SONA SURESH" userId="b40d3512e2de8a5f" providerId="LiveId" clId="{FD66F165-F222-44DF-B6EF-B9E183396089}" dt="2026-02-16T08:47:57.599" v="110"/>
          <ac:spMkLst>
            <pc:docMk/>
            <pc:sldMk cId="0" sldId="269"/>
            <ac:spMk id="3" creationId="{116E7271-F78C-025B-DCC9-A9CBD3DB3B70}"/>
          </ac:spMkLst>
        </pc:spChg>
        <pc:spChg chg="add del mod">
          <ac:chgData name="SONA SURESH" userId="b40d3512e2de8a5f" providerId="LiveId" clId="{FD66F165-F222-44DF-B6EF-B9E183396089}" dt="2026-02-16T09:37:27.493" v="151"/>
          <ac:spMkLst>
            <pc:docMk/>
            <pc:sldMk cId="0" sldId="269"/>
            <ac:spMk id="3" creationId="{A99CE172-BE67-DF1C-3CDD-18D06B67E6F2}"/>
          </ac:spMkLst>
        </pc:spChg>
        <pc:spChg chg="mod">
          <ac:chgData name="SONA SURESH" userId="b40d3512e2de8a5f" providerId="LiveId" clId="{FD66F165-F222-44DF-B6EF-B9E183396089}" dt="2026-02-16T09:38:30.902" v="164" actId="1076"/>
          <ac:spMkLst>
            <pc:docMk/>
            <pc:sldMk cId="0" sldId="269"/>
            <ac:spMk id="6" creationId="{2F70A12C-C324-EF67-2AAB-C2EFC79A6727}"/>
          </ac:spMkLst>
        </pc:spChg>
        <pc:spChg chg="add del mod">
          <ac:chgData name="SONA SURESH" userId="b40d3512e2de8a5f" providerId="LiveId" clId="{FD66F165-F222-44DF-B6EF-B9E183396089}" dt="2026-02-16T09:37:59.660" v="158"/>
          <ac:spMkLst>
            <pc:docMk/>
            <pc:sldMk cId="0" sldId="269"/>
            <ac:spMk id="8" creationId="{7EDE8D57-7168-FC6B-443B-726A5B9C30C4}"/>
          </ac:spMkLst>
        </pc:spChg>
        <pc:picChg chg="add del mod">
          <ac:chgData name="SONA SURESH" userId="b40d3512e2de8a5f" providerId="LiveId" clId="{FD66F165-F222-44DF-B6EF-B9E183396089}" dt="2026-02-16T09:37:31.060" v="152" actId="21"/>
          <ac:picMkLst>
            <pc:docMk/>
            <pc:sldMk cId="0" sldId="269"/>
            <ac:picMk id="5" creationId="{C0505B22-30FB-849C-C080-74C0C7AE4279}"/>
          </ac:picMkLst>
        </pc:picChg>
        <pc:picChg chg="add mod">
          <ac:chgData name="SONA SURESH" userId="b40d3512e2de8a5f" providerId="LiveId" clId="{FD66F165-F222-44DF-B6EF-B9E183396089}" dt="2026-02-16T09:38:19.342" v="162" actId="1076"/>
          <ac:picMkLst>
            <pc:docMk/>
            <pc:sldMk cId="0" sldId="269"/>
            <ac:picMk id="7" creationId="{9DEDA891-28ED-2286-CAE2-0AD8FAAD7B6A}"/>
          </ac:picMkLst>
        </pc:picChg>
        <pc:picChg chg="add mod">
          <ac:chgData name="SONA SURESH" userId="b40d3512e2de8a5f" providerId="LiveId" clId="{FD66F165-F222-44DF-B6EF-B9E183396089}" dt="2026-02-16T09:38:22.513" v="163" actId="1076"/>
          <ac:picMkLst>
            <pc:docMk/>
            <pc:sldMk cId="0" sldId="269"/>
            <ac:picMk id="10" creationId="{5D92402F-AA96-E56E-7BF8-60BF5FEA4BA9}"/>
          </ac:picMkLst>
        </pc:picChg>
      </pc:sldChg>
      <pc:sldChg chg="modSp mod">
        <pc:chgData name="SONA SURESH" userId="b40d3512e2de8a5f" providerId="LiveId" clId="{FD66F165-F222-44DF-B6EF-B9E183396089}" dt="2026-02-16T08:48:42.335" v="117" actId="255"/>
        <pc:sldMkLst>
          <pc:docMk/>
          <pc:sldMk cId="0" sldId="270"/>
        </pc:sldMkLst>
        <pc:spChg chg="mod">
          <ac:chgData name="SONA SURESH" userId="b40d3512e2de8a5f" providerId="LiveId" clId="{FD66F165-F222-44DF-B6EF-B9E183396089}" dt="2026-02-16T08:48:29.642" v="113" actId="255"/>
          <ac:spMkLst>
            <pc:docMk/>
            <pc:sldMk cId="0" sldId="270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48:42.335" v="117" actId="255"/>
          <ac:spMkLst>
            <pc:docMk/>
            <pc:sldMk cId="0" sldId="270"/>
            <ac:spMk id="7" creationId="{966127E2-BA7C-6092-C318-F6DCC7940882}"/>
          </ac:spMkLst>
        </pc:spChg>
      </pc:sldChg>
      <pc:sldChg chg="modSp mod">
        <pc:chgData name="SONA SURESH" userId="b40d3512e2de8a5f" providerId="LiveId" clId="{FD66F165-F222-44DF-B6EF-B9E183396089}" dt="2026-02-16T08:50:09.525" v="126" actId="255"/>
        <pc:sldMkLst>
          <pc:docMk/>
          <pc:sldMk cId="0" sldId="271"/>
        </pc:sldMkLst>
        <pc:spChg chg="mod">
          <ac:chgData name="SONA SURESH" userId="b40d3512e2de8a5f" providerId="LiveId" clId="{FD66F165-F222-44DF-B6EF-B9E183396089}" dt="2026-02-16T08:49:51.877" v="123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50:09.525" v="126" actId="255"/>
          <ac:spMkLst>
            <pc:docMk/>
            <pc:sldMk cId="0" sldId="271"/>
            <ac:spMk id="3" creationId="{2C491C62-238C-0B45-8B02-948F314C6D3D}"/>
          </ac:spMkLst>
        </pc:spChg>
      </pc:sldChg>
      <pc:sldChg chg="modSp mod">
        <pc:chgData name="SONA SURESH" userId="b40d3512e2de8a5f" providerId="LiveId" clId="{FD66F165-F222-44DF-B6EF-B9E183396089}" dt="2026-02-16T08:50:41.511" v="132" actId="2711"/>
        <pc:sldMkLst>
          <pc:docMk/>
          <pc:sldMk cId="0" sldId="272"/>
        </pc:sldMkLst>
        <pc:spChg chg="mod">
          <ac:chgData name="SONA SURESH" userId="b40d3512e2de8a5f" providerId="LiveId" clId="{FD66F165-F222-44DF-B6EF-B9E183396089}" dt="2026-02-16T08:50:35.652" v="130" actId="255"/>
          <ac:spMkLst>
            <pc:docMk/>
            <pc:sldMk cId="0" sldId="272"/>
            <ac:spMk id="2" creationId="{00000000-0000-0000-0000-000000000000}"/>
          </ac:spMkLst>
        </pc:spChg>
        <pc:spChg chg="mod">
          <ac:chgData name="SONA SURESH" userId="b40d3512e2de8a5f" providerId="LiveId" clId="{FD66F165-F222-44DF-B6EF-B9E183396089}" dt="2026-02-16T08:50:41.511" v="132" actId="2711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43356" y="754380"/>
            <a:ext cx="3602736" cy="611124"/>
            <a:chOff x="0" y="0"/>
            <a:chExt cx="4803648" cy="8148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03648" cy="814832"/>
            </a:xfrm>
            <a:custGeom>
              <a:avLst/>
              <a:gdLst/>
              <a:ahLst/>
              <a:cxnLst/>
              <a:rect l="l" t="t" r="r" b="b"/>
              <a:pathLst>
                <a:path w="4803648" h="814832">
                  <a:moveTo>
                    <a:pt x="0" y="0"/>
                  </a:moveTo>
                  <a:lnTo>
                    <a:pt x="4803648" y="0"/>
                  </a:lnTo>
                  <a:lnTo>
                    <a:pt x="4803648" y="814832"/>
                  </a:lnTo>
                  <a:lnTo>
                    <a:pt x="0" y="814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268086" y="4769548"/>
            <a:ext cx="3730628" cy="60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4"/>
              </a:lnSpc>
            </a:pPr>
            <a:r>
              <a:rPr lang="en-US" sz="3998" dirty="0">
                <a:solidFill>
                  <a:srgbClr val="BA2055"/>
                </a:solidFill>
                <a:latin typeface="Courier New"/>
                <a:ea typeface="Courier New"/>
                <a:cs typeface="Courier New"/>
                <a:sym typeface="Courier New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25539" y="5326742"/>
            <a:ext cx="217313" cy="48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795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86374" y="5326742"/>
            <a:ext cx="3693290" cy="48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FORNEW EMPLOYEES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3387" y="2069821"/>
            <a:ext cx="3419856" cy="68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5" b="1" i="1" spc="3" dirty="0">
                <a:solidFill>
                  <a:srgbClr val="BA2055"/>
                </a:solidFill>
                <a:latin typeface="Courier New Bold Italics"/>
                <a:ea typeface="Courier New Bold Italics"/>
                <a:cs typeface="Courier New Bold Italics"/>
                <a:sym typeface="Courier New Bold Italics"/>
              </a:rPr>
              <a:t>21CSA697A 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41292" y="2069821"/>
            <a:ext cx="4041334" cy="68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5" b="1" i="1" spc="3" dirty="0">
                <a:solidFill>
                  <a:srgbClr val="BA2055"/>
                </a:solidFill>
                <a:latin typeface="Courier New Bold Italics"/>
                <a:ea typeface="Courier New Bold Italics"/>
                <a:cs typeface="Courier New Bold Italics"/>
                <a:sym typeface="Courier New Bold Italics"/>
              </a:rPr>
              <a:t>Minor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3387" y="3669201"/>
            <a:ext cx="1650854" cy="63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i="1" dirty="0">
                <a:solidFill>
                  <a:srgbClr val="A81C4B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DATE 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B429DB-D274-0759-E039-142956D768E3}"/>
              </a:ext>
            </a:extLst>
          </p:cNvPr>
          <p:cNvSpPr txBox="1"/>
          <p:nvPr/>
        </p:nvSpPr>
        <p:spPr>
          <a:xfrm>
            <a:off x="2438400" y="4038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27B0D3-9015-67BE-4C77-A0957782A8D7}"/>
              </a:ext>
            </a:extLst>
          </p:cNvPr>
          <p:cNvSpPr txBox="1"/>
          <p:nvPr/>
        </p:nvSpPr>
        <p:spPr>
          <a:xfrm>
            <a:off x="2223967" y="380174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>
                <a:solidFill>
                  <a:schemeClr val="accent2">
                    <a:lumMod val="75000"/>
                  </a:schemeClr>
                </a:solidFill>
              </a:rPr>
              <a:t>17</a:t>
            </a:r>
            <a:r>
              <a:rPr lang="en-IN" sz="2400" b="1" i="1" baseline="30000" dirty="0">
                <a:solidFill>
                  <a:schemeClr val="accent2">
                    <a:lumMod val="75000"/>
                  </a:schemeClr>
                </a:solidFill>
              </a:rPr>
              <a:t>th</a:t>
            </a:r>
            <a:r>
              <a:rPr lang="en-IN" sz="2400" b="1" i="1" dirty="0">
                <a:solidFill>
                  <a:schemeClr val="accent2">
                    <a:lumMod val="75000"/>
                  </a:schemeClr>
                </a:solidFill>
              </a:rPr>
              <a:t>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3356" y="754380"/>
            <a:ext cx="3602736" cy="611124"/>
            <a:chOff x="0" y="0"/>
            <a:chExt cx="4803648" cy="8148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03648" cy="814832"/>
            </a:xfrm>
            <a:custGeom>
              <a:avLst/>
              <a:gdLst/>
              <a:ahLst/>
              <a:cxnLst/>
              <a:rect l="l" t="t" r="r" b="b"/>
              <a:pathLst>
                <a:path w="4803648" h="814832">
                  <a:moveTo>
                    <a:pt x="0" y="0"/>
                  </a:moveTo>
                  <a:lnTo>
                    <a:pt x="4803648" y="0"/>
                  </a:lnTo>
                  <a:lnTo>
                    <a:pt x="4803648" y="814832"/>
                  </a:lnTo>
                  <a:lnTo>
                    <a:pt x="0" y="814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43CDB4-3392-60EC-662C-5189502BD96E}"/>
              </a:ext>
            </a:extLst>
          </p:cNvPr>
          <p:cNvSpPr txBox="1"/>
          <p:nvPr/>
        </p:nvSpPr>
        <p:spPr>
          <a:xfrm>
            <a:off x="1790700" y="1752600"/>
            <a:ext cx="8610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using Machine Learning</a:t>
            </a:r>
          </a:p>
          <a:p>
            <a:pPr algn="ctr"/>
            <a:endParaRPr lang="en-US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SONA SURESH</a:t>
            </a:r>
          </a:p>
          <a:p>
            <a:pPr algn="ctr"/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AA.SC.P2MCA2474079</a:t>
            </a:r>
          </a:p>
          <a:p>
            <a:pPr algn="ctr"/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&amp; Specialization: MCA IN ARTIFICIAL INTELLIGENCE</a:t>
            </a:r>
          </a:p>
          <a:p>
            <a:pPr algn="ctr"/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 : 3</a:t>
            </a:r>
            <a:r>
              <a:rPr lang="en-US" sz="2400" b="1" i="1" baseline="30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endParaRPr lang="en-US" sz="2400" b="1" i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Computer Science </a:t>
            </a:r>
          </a:p>
          <a:p>
            <a:pPr algn="ctr"/>
            <a:r>
              <a:rPr 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Institution: Amrita Vishwa Vidyapeetham, Amritapuri Campus</a:t>
            </a:r>
            <a:endParaRPr lang="en-IN" sz="2400" b="1" i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534324"/>
            <a:ext cx="410774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6000" b="1" i="1" dirty="0">
                <a:solidFill>
                  <a:srgbClr val="2D465B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2BE27-3E68-1E9B-BACE-AE777DEAE5D3}"/>
              </a:ext>
            </a:extLst>
          </p:cNvPr>
          <p:cNvSpPr txBox="1"/>
          <p:nvPr/>
        </p:nvSpPr>
        <p:spPr>
          <a:xfrm>
            <a:off x="929640" y="2133600"/>
            <a:ext cx="79857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comes under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involves analyzing textual data to identify misleading or false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used to classify news based on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use of online news platforms has led to rapid spread of fake news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information can influence public opinion and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of news is difficult due to large volume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motivated the use of machine learning to automate fake news detection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530190"/>
            <a:ext cx="5816375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4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8545" y="1742551"/>
            <a:ext cx="9552099" cy="348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spread of fake news has increased rapidly through online platforms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fake news manually is difficult and time-consuming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classify news as fake or real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gap by using a lightweight machine learning approach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 of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with Naive Bayes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efficient and easily understandable solution for fake news detection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endParaRPr lang="en-US" sz="2795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530190"/>
            <a:ext cx="342315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72590" y="2003450"/>
            <a:ext cx="64818" cy="28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7222" y="1965350"/>
            <a:ext cx="6989978" cy="2537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Align objectives with the problem statement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clean textual news data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convert text into numerical features using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classifier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text classification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model using accuracy as a performance metric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application of machine learning in NLP problems</a:t>
            </a:r>
          </a:p>
          <a:p>
            <a:pPr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533400"/>
            <a:ext cx="6862519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Scope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292D0-C4CE-9FFA-E0AA-CEE1F5DA3A6B}"/>
              </a:ext>
            </a:extLst>
          </p:cNvPr>
          <p:cNvSpPr txBox="1"/>
          <p:nvPr/>
        </p:nvSpPr>
        <p:spPr>
          <a:xfrm>
            <a:off x="962175" y="1981200"/>
            <a:ext cx="5943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detecting fake news using machine learning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limited to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text-based news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performed using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algorithm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news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implemented in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using Jupyter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does not include real-time data fetching or deployment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228733"/>
            <a:ext cx="9920897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Literature Review / Existing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52065" y="1523476"/>
            <a:ext cx="217313" cy="70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2795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0DBD3-02BC-A15B-EB42-CA725FAAFFF9}"/>
              </a:ext>
            </a:extLst>
          </p:cNvPr>
          <p:cNvSpPr txBox="1"/>
          <p:nvPr/>
        </p:nvSpPr>
        <p:spPr>
          <a:xfrm>
            <a:off x="1371600" y="2362200"/>
            <a:ext cx="71628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has been widely studied using machine learning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approaches used manual verification and rule-based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focus on text classification using NLP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algorithms include Naive Bayes, SVM, and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techniques like Bag of Words and TF-IDF are widely adopted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follows a traditional and effective ML-based text classification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530190"/>
            <a:ext cx="5131784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4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Proposed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6EFDA-6B4B-62CB-C307-E143FAE4081D}"/>
              </a:ext>
            </a:extLst>
          </p:cNvPr>
          <p:cNvSpPr txBox="1"/>
          <p:nvPr/>
        </p:nvSpPr>
        <p:spPr>
          <a:xfrm flipH="1">
            <a:off x="1219200" y="2133600"/>
            <a:ext cx="731519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to detect fake news using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News article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Classification as Fake or 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text preprocessing and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Naive Bayes classifier for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530190"/>
            <a:ext cx="410774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67DC1-CFC0-837A-12E7-6DF48D74A8FA}"/>
              </a:ext>
            </a:extLst>
          </p:cNvPr>
          <p:cNvSpPr txBox="1"/>
          <p:nvPr/>
        </p:nvSpPr>
        <p:spPr>
          <a:xfrm>
            <a:off x="7848600" y="2438400"/>
            <a:ext cx="2895600" cy="2585323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News Dataset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Text Preprocessing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TF-IDF Feature Extraction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Naive Bayes Classifier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Fake / Real Prediction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A940E-0AA4-F0E7-9057-38329648E0AB}"/>
              </a:ext>
            </a:extLst>
          </p:cNvPr>
          <p:cNvSpPr txBox="1"/>
          <p:nvPr/>
        </p:nvSpPr>
        <p:spPr>
          <a:xfrm>
            <a:off x="1295400" y="2057400"/>
            <a:ext cx="6172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news text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is cleaned and preprocessed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extracted using TF-IDF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model classifies the news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C623B-5611-FA3E-5523-B9D8938A61CD}"/>
              </a:ext>
            </a:extLst>
          </p:cNvPr>
          <p:cNvSpPr txBox="1"/>
          <p:nvPr/>
        </p:nvSpPr>
        <p:spPr>
          <a:xfrm>
            <a:off x="914400" y="4427341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Raw text → Cleaned text → Numerical vectors → Model prediction</a:t>
            </a:r>
            <a:endParaRPr lang="en-IN" b="1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623571"/>
            <a:ext cx="8212264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Methodology / Algorithms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CF8BAD0-301F-D677-D813-7B6A591393A1}"/>
              </a:ext>
            </a:extLst>
          </p:cNvPr>
          <p:cNvSpPr txBox="1"/>
          <p:nvPr/>
        </p:nvSpPr>
        <p:spPr>
          <a:xfrm>
            <a:off x="929640" y="2250710"/>
            <a:ext cx="9890760" cy="3983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(cleaning, normalization)</a:t>
            </a:r>
          </a:p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TF-IDF</a:t>
            </a:r>
          </a:p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splitting into training and testing sets</a:t>
            </a:r>
          </a:p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using Naive Bayes</a:t>
            </a:r>
          </a:p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using accuracy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lnSpc>
                <a:spcPts val="3917"/>
              </a:lnSpc>
              <a:buFont typeface="Arial" panose="020B0604020202020204" pitchFamily="34" charset="0"/>
              <a:buChar char="•"/>
            </a:pPr>
            <a:endParaRPr lang="en-US" sz="2798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240487"/>
            <a:ext cx="752596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Implementation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0A7FDF-756A-4E5A-9246-B2CA56C74186}"/>
                  </a:ext>
                </a:extLst>
              </p:cNvPr>
              <p:cNvSpPr txBox="1"/>
              <p:nvPr/>
            </p:nvSpPr>
            <p:spPr>
              <a:xfrm>
                <a:off x="1104472" y="1371600"/>
                <a:ext cx="5486400" cy="6209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Used:</a:t>
                </a:r>
              </a:p>
              <a:p>
                <a:endParaRPr lang="en-I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Multinomial Naive Bayes</a:t>
                </a:r>
              </a:p>
              <a:p>
                <a:endParaRPr lang="en-I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Reason for Selection:</a:t>
                </a:r>
              </a:p>
              <a:p>
                <a:r>
                  <a:rPr lang="en-IN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r>
                  <a:rPr lang="en-IN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Suitable for text classification problems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Works efficiently with TF-IDF features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and interpretable</a:t>
                </a:r>
              </a:p>
              <a:p>
                <a:pPr lvl="1"/>
                <a:endParaRPr lang="en-I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Formulation:</a:t>
                </a:r>
              </a:p>
              <a:p>
                <a:pPr lvl="1"/>
                <a:endParaRPr lang="en-IN" dirty="0"/>
              </a:p>
              <a:p>
                <a:r>
                  <a:rPr lang="en-IN" dirty="0"/>
                  <a:t>	</a:t>
                </a:r>
                <a:r>
                  <a:rPr lang="en-I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Bayes’ Theorem: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ar-AE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ar-AE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ar-AE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Class (Fake / Real)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Input text features</a:t>
                </a:r>
              </a:p>
              <a:p>
                <a:pPr lvl="1"/>
                <a:endParaRPr lang="en-IN" dirty="0"/>
              </a:p>
              <a:p>
                <a:pPr lvl="1"/>
                <a:endParaRPr lang="en-IN" dirty="0"/>
              </a:p>
              <a:p>
                <a:pPr lvl="1"/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0A7FDF-756A-4E5A-9246-B2CA56C74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472" y="1371600"/>
                <a:ext cx="5486400" cy="6209072"/>
              </a:xfrm>
              <a:prstGeom prst="rect">
                <a:avLst/>
              </a:prstGeom>
              <a:blipFill>
                <a:blip r:embed="rId2"/>
                <a:stretch>
                  <a:fillRect l="-889" t="-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C144A09-169A-3019-6998-EF685BC269CB}"/>
              </a:ext>
            </a:extLst>
          </p:cNvPr>
          <p:cNvSpPr txBox="1"/>
          <p:nvPr/>
        </p:nvSpPr>
        <p:spPr>
          <a:xfrm flipH="1">
            <a:off x="6553200" y="5140185"/>
            <a:ext cx="47243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Selection: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Default parameters from Scikit-learn</a:t>
            </a:r>
          </a:p>
          <a:p>
            <a:pPr lvl="1"/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Train-test split ratio: 80:20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Random state fixed for reproducibility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240487"/>
            <a:ext cx="6500784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0617D-A8FF-51F8-44BC-32677723AB62}"/>
              </a:ext>
            </a:extLst>
          </p:cNvPr>
          <p:cNvSpPr txBox="1"/>
          <p:nvPr/>
        </p:nvSpPr>
        <p:spPr>
          <a:xfrm>
            <a:off x="1447800" y="1262201"/>
            <a:ext cx="5029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Details:</a:t>
            </a:r>
          </a:p>
          <a:p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news text and corresponding labels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Labels: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→ Fake News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→ Real News</a:t>
            </a:r>
          </a:p>
          <a:p>
            <a:pPr lvl="1"/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Steps:</a:t>
            </a:r>
          </a:p>
          <a:p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to lowercase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Removal of unnecessary symbols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creation using TF-IDF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 Strategy:</a:t>
            </a:r>
          </a:p>
          <a:p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data used for training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 data used for testing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240487"/>
            <a:ext cx="752596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Implementation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19296-FF8B-136F-ED85-C669A89089B5}"/>
              </a:ext>
            </a:extLst>
          </p:cNvPr>
          <p:cNvSpPr txBox="1"/>
          <p:nvPr/>
        </p:nvSpPr>
        <p:spPr>
          <a:xfrm>
            <a:off x="1295400" y="1447800"/>
            <a:ext cx="5791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Frameworks: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Jupyter Notebook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Pandas – data handling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NumPy – numerical operations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Scikit-learn – ML algorithms and evaluation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Module-wise Implementation: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loading module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Text preprocessing module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Feature extraction module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Model training module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Evaluation module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240487"/>
            <a:ext cx="5473894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Results &amp;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0A12C-C324-EF67-2AAB-C2EFC79A6727}"/>
              </a:ext>
            </a:extLst>
          </p:cNvPr>
          <p:cNvSpPr txBox="1"/>
          <p:nvPr/>
        </p:nvSpPr>
        <p:spPr>
          <a:xfrm>
            <a:off x="1279133" y="1600200"/>
            <a:ext cx="5943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Results: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Accuracy achieved: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  <a:p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Model correctly classified test samples</a:t>
            </a:r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EDA891-28ED-2286-CAE2-0AD8FAAD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33" y="3916166"/>
            <a:ext cx="7848600" cy="27313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92402F-AA96-E56E-7BF8-60BF5FEA4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53000"/>
            <a:ext cx="6001588" cy="13146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541944"/>
            <a:ext cx="6843265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Testing &amp;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127E2-BA7C-6092-C318-F6DCC7940882}"/>
              </a:ext>
            </a:extLst>
          </p:cNvPr>
          <p:cNvSpPr txBox="1"/>
          <p:nvPr/>
        </p:nvSpPr>
        <p:spPr>
          <a:xfrm>
            <a:off x="1600200" y="1676400"/>
            <a:ext cx="602030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Cases: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Tested on unseen test data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Verified predictions against actual labels</a:t>
            </a:r>
          </a:p>
          <a:p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Analysis: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 misclassification observed in test data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High accuracy due to dataset characteristics</a:t>
            </a:r>
          </a:p>
          <a:p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 Checks: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Model tested using random train-test split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Consistent results obtained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167236"/>
            <a:ext cx="7527674" cy="207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0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Conclusion and Future Enhancements</a:t>
            </a:r>
          </a:p>
          <a:p>
            <a:pPr algn="l">
              <a:lnSpc>
                <a:spcPts val="3914"/>
              </a:lnSpc>
            </a:pPr>
            <a:endParaRPr lang="en-US" sz="2795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91C62-238C-0B45-8B02-948F314C6D3D}"/>
              </a:ext>
            </a:extLst>
          </p:cNvPr>
          <p:cNvSpPr txBox="1"/>
          <p:nvPr/>
        </p:nvSpPr>
        <p:spPr>
          <a:xfrm>
            <a:off x="1143000" y="2240048"/>
            <a:ext cx="80772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Successfully implemented fake news detection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Machine learning effectively classified news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TF-IDF with Naive Bayes proved efficient</a:t>
            </a:r>
          </a:p>
          <a:p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deep learning models (LSTM, BERT)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Train on larger and real-time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Support multilingual news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Deploy as a web application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" y="240487"/>
            <a:ext cx="3422971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5400" b="1" i="1" dirty="0">
                <a:solidFill>
                  <a:schemeClr val="tx2"/>
                </a:solidFill>
                <a:latin typeface="Times New Roman" panose="02020603050405020304" pitchFamily="18" charset="0"/>
                <a:ea typeface="Courier New Bold Italics"/>
                <a:cs typeface="Times New Roman" panose="02020603050405020304" pitchFamily="18" charset="0"/>
                <a:sym typeface="Courier New Bold Italics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640" y="1740465"/>
            <a:ext cx="6312322" cy="2983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Fake News Detection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Machine Learning and NLP resources</a:t>
            </a:r>
          </a:p>
          <a:p>
            <a:pPr marL="457200" indent="-457200">
              <a:lnSpc>
                <a:spcPts val="3914"/>
              </a:lnSpc>
              <a:buFont typeface="Arial" panose="020B0604020202020204" pitchFamily="34" charset="0"/>
              <a:buChar char="•"/>
            </a:pPr>
            <a:endParaRPr lang="en-US" sz="2795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1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5931" y="3251502"/>
            <a:ext cx="7734824" cy="145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12001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</a:t>
            </a:r>
          </a:p>
          <a:p>
            <a:pPr algn="ctr">
              <a:lnSpc>
                <a:spcPts val="5015"/>
              </a:lnSpc>
            </a:pPr>
            <a:r>
              <a:rPr lang="en-US" sz="2006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onlineamrita.com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831</Words>
  <Application>Microsoft Office PowerPoint</Application>
  <PresentationFormat>Widescreen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Cambria Math</vt:lpstr>
      <vt:lpstr>Courier New Bold Italics</vt:lpstr>
      <vt:lpstr>Courier New</vt:lpstr>
      <vt:lpstr>Arial Bold Italics</vt:lpstr>
      <vt:lpstr>Times New Roman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MCA Minor Project Presentation Template.pdf</dc:title>
  <dc:creator>SONA SURESH</dc:creator>
  <cp:lastModifiedBy>SONA SURESH</cp:lastModifiedBy>
  <cp:revision>5</cp:revision>
  <dcterms:created xsi:type="dcterms:W3CDTF">2006-08-16T00:00:00Z</dcterms:created>
  <dcterms:modified xsi:type="dcterms:W3CDTF">2026-02-16T09:38:34Z</dcterms:modified>
  <dc:identifier>DAHBaB6xWnk</dc:identifier>
</cp:coreProperties>
</file>